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个人成长战略咨询公司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底层逻辑与服务方向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 基于《战略》核心逻辑的实战演进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从“空中楼阁”到“实事求是”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十三 (Thirteen) | 战略伙伴 | 2026年3月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3566160"/>
            <a:ext cx="3657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 | 战略定位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市场现状误区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教条主义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照搬西方心理学或成功学理论，不考虑中国本土的社会环境和家庭结构（脱离实际）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经验主义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仅凭咨询师个人往日经验，缺乏对社会发展规律的宏观把握（缺乏全局）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我们的突破点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将宏大的“战略思维”降维，帮助普通人用“联系”（横向的社会关系）和“运动”（纵向的人生阶段）的观点，解决具体的个人成长问题。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核心理念：理论一定要结合实际 → 从一般到特殊 → 联系与运动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两大科学问题 | 核心服务方向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基于《战略》：“凡属带有要照顾各方面和各阶段的性质的，都是战争的全局”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54864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破除“孤立主义”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建立个人发展的“联系观”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科学问题：很多人之所以迷茫，是因为他们试图将自己从周围环境中剥离出来单独分析，忽视了个人与社会、家庭、职场的客观联系。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咨询突破：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环境分析：帮助客户分析其所在的“战场”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具体问题具体分析：拒绝通用的成功模板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3931920" cy="3474720"/>
          </a:xfrm>
          <a:prstGeom prst="rect">
            <a:avLst/>
          </a:prstGeom>
          <a:solidFill>
            <a:srgbClr val="FFFFFF"/>
          </a:solidFill>
          <a:ln w="38100">
            <a:solidFill>
              <a:srgbClr val="43A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463040"/>
            <a:ext cx="3931920" cy="5486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破除“静止思维”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建立人生规划的“运动观”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科学问题：绝大多数人规划未来时，只看当下这一刻，没有看到事物发展的趋势和不同阶段的演变。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咨询突破：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趋势预判：预判现状如果持续下去会演变成什么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动态调整：像“四渡赤水”一样根据环境变化不断调整策略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联系观详解 | 破除孤立主义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环境分析：不能只看个人意愿，必须分析个人所处的“战场”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红军分析敌军性质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黔军：可忽略的弱敌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川军：需要警惕的对手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湘军：主要威胁来源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4A4A"/>
                </a:solidFill>
              </a:rPr>
              <a:t>周浑元部：必须重点打击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应用于个人成长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帮助客户分析其所在的行业环境、家庭资源、社会关系网，明确哪些是“可忽略的黔军”（无关紧要的干扰），哪些是“必须重点打击的周浑元部”（核心瓶颈）。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3474720"/>
            <a:ext cx="374904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5661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具体问题具体分析：拒绝通用的成功模板，强调“中国革命战争的规律”，即每个人的成长必须结合其具体的原生家庭、经济基础和时代背景。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运动观详解 | 破除静止思维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趋势预判：运用“运动”的观点，预判现状如果持续下去会演变成什么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“碎堡合围”预警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如果你现在不改变职业路径，5年后会被“碎堡合围”（行业萎缩、年龄危机）吗？咨询师需要帮助客户看到如果不采取行动，未来的“灭亡危险”在哪里。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动态调整：像“四渡赤水”一样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帮助客户建立“为了前进而后退，为了直路而弯路”的辩证思维。例如，暂时放弃高薪但无成长的工作（后退），是为了未来更大的发展空间（前进）。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937760"/>
            <a:ext cx="822960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核心方法：战略调色板理论 —— 根据环境的不可预测性、可塑造性、严苛性，选择经典型、适应型、愿景型、塑造型或重塑型战略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服务产品体系 | 从诊断到落地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280160"/>
            <a:ext cx="548640" cy="54864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战略诊断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环境分析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能力评估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机会威胁识别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548640" cy="54864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战略规划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目标设定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路径设计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阶段里程碑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B8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1280160"/>
            <a:ext cx="548640" cy="548640"/>
          </a:xfrm>
          <a:prstGeom prst="ellipse">
            <a:avLst/>
          </a:prstGeom>
          <a:solidFill>
            <a:srgbClr val="FB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执行落地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行动计划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跟踪辅导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反馈调整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1752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0" y="2834640"/>
            <a:ext cx="640080" cy="0"/>
          </a:xfrm>
          <a:prstGeom prst="line">
            <a:avLst/>
          </a:prstGeom>
          <a:noFill/>
          <a:ln w="254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743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37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方法论：调查分析 → 指导方案 → 执行优化（DPO模型）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品牌宣传 | Slogan建议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基于《战略》金句的品牌表达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“拒绝‘奶头乐’式的鸡汤，提供‘实事求是’的战略。”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来源：批判了“加速堐落的奶头乐”和“正确的废话”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“用联系的观点看透你的环境，用运动的观点规划你的人生。”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来源：对“全局”的定义——照顾各方面和各阶段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“个人成长不是孤立的修行，而是具体的、带有全局性的战略博弈。”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来源：从“战争规律”到“中国革命战争规律”的推演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核心方法论 | 两个根本问题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普通人培养战略思维只需要问自己两个问题：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3200400"/>
          </a:xfrm>
          <a:prstGeom prst="rect">
            <a:avLst/>
          </a:prstGeom>
          <a:solidFill>
            <a:srgbClr val="E3F2FD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82880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这个决定对周围的人和事有什么影响？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931920" cy="320040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这个决定对未来的我有什么影响？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937760" y="4297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 | 与众不同的核心能力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传统咨询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情绪价值为主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模板化建议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缺乏执行支持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短期激励效果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我们的差异化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战略眼光：帮你看清全局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实事求是：结合具体环境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执行支持：从计划到落地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</a:rPr>
              <a:t>动态调整：持续迭代优化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46320"/>
            <a:ext cx="82296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983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不提供“情绪价值”或“执行清单”，而提供“战略眼光”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| 战略眼光与实事求是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737360"/>
            <a:ext cx="7315200" cy="274320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从“空中楼阁”到“实事求是”，将战略思维降维应用于个人成长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920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两大支柱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22860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联系观（破除孤立主义）+ 运动观（破除静止思维）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帮助创造者从“看清”到“做成”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核心方法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两个根本问题：联系 + 运动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4754880"/>
            <a:ext cx="54864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“战略眼光，实事求是，成果自然而然”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个人成长战略咨询公司 | 底层逻辑与服务方向</dc:title>
  <dc:subject>PptxGenJS Presentation</dc:subject>
  <dc:creator>十三 (Thirteen)</dc:creator>
  <cp:lastModifiedBy>十三 (Thirteen)</cp:lastModifiedBy>
  <cp:revision>1</cp:revision>
  <dcterms:created xsi:type="dcterms:W3CDTF">2026-03-26T11:45:35Z</dcterms:created>
  <dcterms:modified xsi:type="dcterms:W3CDTF">2026-03-26T11:45:35Z</dcterms:modified>
</cp:coreProperties>
</file>